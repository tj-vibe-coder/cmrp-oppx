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JMO Weekly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Aug 13-19, 2025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Wednesday, August 13,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Executive Summary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OP100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$13,339,864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OP90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$9,542,390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OP60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$37,596,458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OP30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$82,676,713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Submitted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$306,128,601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$129,342,727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Total Pipeline: $357,827,010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High-Value Opportunities (&gt;$100K)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Project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Client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URC Malvar_Elec'l Works for Utilities Power Distribution (Option 1 All In)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URC BCFG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$45,781,892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Inactive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URC Malvar NSL_Supply &amp; Install Utility Flowmeters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URC BCFG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$40,775,162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OP30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URC Malvar_Elec'l Works for Utilities Power Distribution (OPTION 2 Wires OSM)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URC BCFG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$26,406,529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ORCA-Taguig 399.8kWp Solar (PPA)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ENTORIA Energy Asia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$18,568,712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OP60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URC Malvar NSL_Electrical Works Site Development Lightings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URC BCFG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$18,140,891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Pipeline Status Distribution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OP100 (Ready): 18 opportunities ($13,339,864)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OP90 (Likely): 5 opportunities ($9,542,390)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OP60 (Possible): 15 opportunities ($37,596,458)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OP30 (Early): 24 opportunities ($82,676,713)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Submitted: 99 opportunities ($306,128,601)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Summary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Total active opportunities: 187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Total pipeline value: $357,827,010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Submitted this period: 99 ($306,128,601)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High-confidence opportunities (OP90+): 518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Continue focusing on advancing OP60 and OP30 opportunities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Follow up on submitted proposals for feedback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CMRP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- Aug 13-19, 2025</dc:title>
  <dc:subject>JMO Weekly Report</dc:subject>
  <dc:creator>CMRP Opportunities Management System</dc:creator>
  <cp:lastModifiedBy>CMRP Opportunities Management System</cp:lastModifiedBy>
  <cp:revision>1</cp:revision>
  <dcterms:created xsi:type="dcterms:W3CDTF">2025-08-12T19:44:37Z</dcterms:created>
  <dcterms:modified xsi:type="dcterms:W3CDTF">2025-08-12T19:44:37Z</dcterms:modified>
</cp:coreProperties>
</file>